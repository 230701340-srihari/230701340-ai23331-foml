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2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81646"/>
            <a:ext cx="53115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Attendance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7081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multi-role web application that automates attendance using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Recognition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prevents fraud through a </a:t>
            </a:r>
            <a:r>
              <a:rPr lang="en-US" sz="11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CNN-based Liveness Detection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 — built for Admins, Teachers, and Students.</a:t>
            </a:r>
            <a:endParaRPr lang="en-US"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0B9AD-CA02-D855-D196-FF3250BEACC0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CE59B-DFFA-36E9-2298-4A34146F7424}"/>
              </a:ext>
            </a:extLst>
          </p:cNvPr>
          <p:cNvSpPr txBox="1"/>
          <p:nvPr/>
        </p:nvSpPr>
        <p:spPr>
          <a:xfrm>
            <a:off x="496119" y="3692769"/>
            <a:ext cx="8151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F7F7F"/>
                </a:solidFill>
              </a:rPr>
              <a:t>Subash Krishnan A		230701345</a:t>
            </a:r>
          </a:p>
          <a:p>
            <a:r>
              <a:rPr lang="en-IN" dirty="0">
                <a:solidFill>
                  <a:srgbClr val="7F7F7F"/>
                </a:solidFill>
              </a:rPr>
              <a:t>Srihari S			230701340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1992"/>
            <a:ext cx="45273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Core 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7849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8271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133674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Streamlit for UI/UX and session management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7849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8271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13367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 + face_recognition (dlib-based encodings)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4400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6926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999184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TensorFlow/Keras — Liveness model (model_1.h5)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644006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6926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99918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SQLite3 for students, attendance, and leaves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09516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5581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3864694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bcrypt password hashing + liveness texture analysis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509516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5581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386469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Twilio API for automated SMS attendance alerts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522DC3-0636-168D-73DC-2119A4A47331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3830"/>
            <a:ext cx="50903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Liveness Detection Works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941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doesn't just find a face — it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verifies vitality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using a CNN model to defeat spoofing attacks.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85702"/>
            <a:ext cx="8151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a face is detected, the frame is passed through a liveness pipeline that checks whether the subject is a real, present person rather than a printed photo, screen replay, or other presentation attack. The model looks for subtle visual cues that are hard to fake, such as natural skin texture, fine-grained edge patterns, illumination response, and micro-variations that appear across successive frames.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752427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CNN analyzes the cropped face region by extracting layered features from the image. Early convolution layers capture low-level patterns like edges, contrast changes, and texture, while deeper layers learn higher-level cues associated with real human faces. This helps the model distinguish genuine facial depth and motion from flat or overly uniform spoof media.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592339"/>
            <a:ext cx="8151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approach is effective because spoof attempts often fail to reproduce the complex cues a CNN can learn from real faces. A printed image may show sharp pixels but lacks depth and motion consistency, while a replayed screen can introduce reflections, moiré patterns, and unnatural brightness behavior. By learning these distinctions from training data, the model provides a fast, automated, and reliable defense layer for attendance verification.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9D2AF-F6AF-69F7-3AAE-EAFF7015AD9F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2250"/>
            <a:ext cx="453404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Defeating Spoofing Attacks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895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5281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facial recognition can be fooled by a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printed photo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a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 played on a smartphone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901330"/>
            <a:ext cx="3902943" cy="10567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1067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CNN Solution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47000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model_1.h5 performs </a:t>
            </a:r>
            <a:r>
              <a:rPr lang="en-US" sz="11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texture analysis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detect subtle cues that separate real faces from fakes.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1907307"/>
            <a:ext cx="1880592" cy="1813545"/>
          </a:xfrm>
          <a:prstGeom prst="roundRect">
            <a:avLst>
              <a:gd name="adj" fmla="val 5042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0651" y="1907307"/>
            <a:ext cx="76200" cy="1813545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0" name="Text 8"/>
          <p:cNvSpPr/>
          <p:nvPr/>
        </p:nvSpPr>
        <p:spPr>
          <a:xfrm>
            <a:off x="4967660" y="2068116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Skin vs. Screen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7660" y="2431331"/>
            <a:ext cx="15018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 skin scatters light uniquely; screens show pixel/Moiré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72052" y="1907307"/>
            <a:ext cx="1880592" cy="1813545"/>
          </a:xfrm>
          <a:prstGeom prst="roundRect">
            <a:avLst>
              <a:gd name="adj" fmla="val 5042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53002" y="1907307"/>
            <a:ext cx="76200" cy="1813545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4" name="Text 12"/>
          <p:cNvSpPr/>
          <p:nvPr/>
        </p:nvSpPr>
        <p:spPr>
          <a:xfrm>
            <a:off x="6990011" y="2068116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Specular Reflection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0011" y="2652787"/>
            <a:ext cx="15018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 faces have shifting natural highlights; flat paper does not.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BDCC-6927-C638-1C96-081003B9FDCD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326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System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99767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Hybrid Tracking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74803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CSRT Tracker after initial detection reduces CPU load and keeps video smooth.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299767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2441525"/>
            <a:ext cx="18527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Attendance Cooldown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74803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Prevents double-marking by checking if the last entry was within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 minutes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299767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Registration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74803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and encodes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128-d face vectors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camera input, stored as JSON.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187B78-9588-FAFA-5335-41B2B60284FA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00882"/>
            <a:ext cx="54823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Leave Management &amp; SMS Alerts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982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Leave Management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86144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apply via a form. Admins approve or reject requests directly in the Roster tab.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4982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SMS Alerts via Twilio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86144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scans the database for attendance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75%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automatically triggers messages to parents.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071E8-D8F6-56AC-8386-D8F37DED65DE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10976"/>
            <a:ext cx="27688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Schema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30089"/>
            <a:ext cx="76421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tables maintain full data integrity across the system.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48" y="1085180"/>
            <a:ext cx="5162029" cy="34921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89748" y="2559505"/>
            <a:ext cx="939948" cy="429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Schema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94537" y="3572171"/>
            <a:ext cx="1398341" cy="21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table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94537" y="3848233"/>
            <a:ext cx="1398341" cy="30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Name, roll, class, phone, face encoding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17492" y="3572171"/>
            <a:ext cx="1398341" cy="21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Attendance table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17492" y="3848233"/>
            <a:ext cx="1398341" cy="30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Timestamps linked to student roll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17492" y="1501227"/>
            <a:ext cx="1398341" cy="21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Leaves table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217492" y="1777289"/>
            <a:ext cx="1398341" cy="30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Dates with approval status linked to roll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03492" y="1424689"/>
            <a:ext cx="1398341" cy="21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table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503492" y="1700751"/>
            <a:ext cx="1398341" cy="459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Admins and teachers with hashed credentials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0912" y="4674691"/>
            <a:ext cx="76421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relational structure links every attendance record and leave request back to a verified student identity.</a:t>
            </a:r>
            <a:endParaRPr lang="en-US" sz="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EB3E6E-4B6C-E78D-971C-747A2F8BDFE3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315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Role-Based Access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29656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8384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3144962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faces, approve leaves, trigger SMS alerts, manage all data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2129656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8384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Teacher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3144962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attendance sessions with hybrid CSRT tracking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2129656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8384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3144962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 leave applications and view attendance records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CEE73-DFDA-1320-C6F8-4B61DF61CB51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432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Scalability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08720" y="2547863"/>
            <a:ext cx="2410048" cy="141759"/>
          </a:xfrm>
          <a:prstGeom prst="roundRect">
            <a:avLst>
              <a:gd name="adj" fmla="val 15001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406067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3E3E3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56" y="2512405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9731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Transition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27965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 to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multi-teacher simultaneous access.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3202" y="2335188"/>
            <a:ext cx="2410048" cy="141759"/>
          </a:xfrm>
          <a:prstGeom prst="roundRect">
            <a:avLst>
              <a:gd name="adj" fmla="val 15001"/>
            </a:avLst>
          </a:prstGeom>
          <a:solidFill>
            <a:srgbClr val="3E3E3E"/>
          </a:solidFill>
          <a:ln/>
        </p:spPr>
      </p:sp>
      <p:sp>
        <p:nvSpPr>
          <p:cNvPr id="9" name="Shape 6"/>
          <p:cNvSpPr/>
          <p:nvPr/>
        </p:nvSpPr>
        <p:spPr>
          <a:xfrm>
            <a:off x="3260601" y="2193392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3E3E3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6939" y="2299729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760464"/>
            <a:ext cx="17815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Multi-Factor Liveness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3066976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Challenge-Response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prompts (e.g., "Blink" or "Turn head") to boost CNN accuracy.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7684" y="2122587"/>
            <a:ext cx="2410048" cy="141759"/>
          </a:xfrm>
          <a:prstGeom prst="roundRect">
            <a:avLst>
              <a:gd name="adj" fmla="val 15001"/>
            </a:avLst>
          </a:prstGeom>
          <a:solidFill>
            <a:srgbClr val="3E3E3E"/>
          </a:solidFill>
          <a:ln/>
        </p:spPr>
      </p:sp>
      <p:sp>
        <p:nvSpPr>
          <p:cNvPr id="14" name="Shape 10"/>
          <p:cNvSpPr/>
          <p:nvPr/>
        </p:nvSpPr>
        <p:spPr>
          <a:xfrm>
            <a:off x="6025083" y="1980791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3E3E3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1421" y="2087128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5478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Hosting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854375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via </a:t>
            </a: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to AWS or Google Cloud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secure secrets and database handling.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E924D-A842-C256-DB70-C05B172E5B7F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86669"/>
            <a:ext cx="71907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Smarter, Fraud-Proof Attendance System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413174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413174"/>
            <a:ext cx="2717229" cy="1043657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86144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recognition replaces manual roll calls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2413174"/>
            <a:ext cx="2717229" cy="1043657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2413174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9" name="Text 7"/>
          <p:cNvSpPr/>
          <p:nvPr/>
        </p:nvSpPr>
        <p:spPr>
          <a:xfrm>
            <a:off x="3355107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5107" y="286144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liveness detection blocks all spoofing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2413174"/>
            <a:ext cx="2717229" cy="1043657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0578" y="2413174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072336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2336" y="286144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for cloud deployment and production use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8EE89D-F8A3-0482-6E15-53B2DA2C8C9F}"/>
              </a:ext>
            </a:extLst>
          </p:cNvPr>
          <p:cNvSpPr/>
          <p:nvPr/>
        </p:nvSpPr>
        <p:spPr>
          <a:xfrm>
            <a:off x="8025618" y="4825218"/>
            <a:ext cx="1033976" cy="26025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699</Words>
  <Application>Microsoft Office PowerPoint</Application>
  <PresentationFormat>On-screen Show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Instrument Sans Medium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Srihari S</cp:lastModifiedBy>
  <cp:revision>3</cp:revision>
  <dcterms:created xsi:type="dcterms:W3CDTF">2026-05-15T17:02:10Z</dcterms:created>
  <dcterms:modified xsi:type="dcterms:W3CDTF">2026-05-15T17:06:10Z</dcterms:modified>
</cp:coreProperties>
</file>